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920038" cy="377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>
      <p:cViewPr>
        <p:scale>
          <a:sx n="125" d="100"/>
          <a:sy n="125" d="100"/>
        </p:scale>
        <p:origin x="1056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618599"/>
            <a:ext cx="5940029" cy="1315944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1985290"/>
            <a:ext cx="5940029" cy="912586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315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216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942335"/>
            <a:ext cx="6831033" cy="1572307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529517"/>
            <a:ext cx="6831033" cy="826839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71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006207"/>
            <a:ext cx="3366016" cy="23982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006207"/>
            <a:ext cx="3366016" cy="23982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90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01242"/>
            <a:ext cx="6831033" cy="7305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926586"/>
            <a:ext cx="3350547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380691"/>
            <a:ext cx="3350547" cy="20307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926586"/>
            <a:ext cx="3367048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380691"/>
            <a:ext cx="3367048" cy="20307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8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720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9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51989"/>
            <a:ext cx="2554418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44227"/>
            <a:ext cx="4009519" cy="2686135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133952"/>
            <a:ext cx="2554418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273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51989"/>
            <a:ext cx="2554418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44227"/>
            <a:ext cx="4009519" cy="2686135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133952"/>
            <a:ext cx="2554418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49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338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201241"/>
            <a:ext cx="1707758" cy="32032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01241"/>
            <a:ext cx="5024274" cy="32032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99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01242"/>
            <a:ext cx="6831033" cy="730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006207"/>
            <a:ext cx="6831033" cy="239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3503350"/>
            <a:ext cx="1782009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CA9BD-F2E5-AA4A-8931-AE29F1C68CB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503350"/>
            <a:ext cx="2673013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503350"/>
            <a:ext cx="1782009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8AB83-EF4C-8A41-80A5-6159983F1D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634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DC749F1D-3F72-DDC0-CEBC-5A6C6BBE5B68}"/>
              </a:ext>
            </a:extLst>
          </p:cNvPr>
          <p:cNvGrpSpPr/>
          <p:nvPr/>
        </p:nvGrpSpPr>
        <p:grpSpPr>
          <a:xfrm>
            <a:off x="-17915" y="-43514"/>
            <a:ext cx="7937953" cy="3866866"/>
            <a:chOff x="1577011" y="1531227"/>
            <a:chExt cx="7937953" cy="3866866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300E3FCC-4619-74CF-134B-6E5A16A5AADD}"/>
                </a:ext>
              </a:extLst>
            </p:cNvPr>
            <p:cNvSpPr/>
            <p:nvPr/>
          </p:nvSpPr>
          <p:spPr>
            <a:xfrm>
              <a:off x="2592593" y="2431228"/>
              <a:ext cx="1800000" cy="180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Wait for 0</a:t>
              </a:r>
              <a:endParaRPr kumimoji="1" lang="zh-CN" altLang="en-US" dirty="0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32F87E5-9AAD-D173-92BA-11BBFE0915F2}"/>
                </a:ext>
              </a:extLst>
            </p:cNvPr>
            <p:cNvSpPr/>
            <p:nvPr/>
          </p:nvSpPr>
          <p:spPr>
            <a:xfrm>
              <a:off x="6513803" y="2431228"/>
              <a:ext cx="1800000" cy="180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Wait for 1</a:t>
              </a:r>
              <a:endParaRPr kumimoji="1" lang="zh-CN" altLang="en-US" dirty="0"/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9ED62E34-5B90-FBB4-511E-9A19696CFA8D}"/>
                </a:ext>
              </a:extLst>
            </p:cNvPr>
            <p:cNvCxnSpPr>
              <a:cxnSpLocks/>
            </p:cNvCxnSpPr>
            <p:nvPr/>
          </p:nvCxnSpPr>
          <p:spPr>
            <a:xfrm>
              <a:off x="4238367" y="2829698"/>
              <a:ext cx="24219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2790096-5C1F-8E46-F5C0-3F2AE5C2038D}"/>
                </a:ext>
              </a:extLst>
            </p:cNvPr>
            <p:cNvSpPr txBox="1"/>
            <p:nvPr/>
          </p:nvSpPr>
          <p:spPr>
            <a:xfrm>
              <a:off x="4218598" y="2552699"/>
              <a:ext cx="24416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rdt_rcv</a:t>
              </a:r>
              <a:r>
                <a:rPr kumimoji="1" lang="en-US" altLang="zh-CN" sz="1200" dirty="0"/>
                <a:t>(</a:t>
              </a:r>
              <a:r>
                <a:rPr kumimoji="1" lang="en-US" altLang="zh-CN" sz="1200" dirty="0" err="1"/>
                <a:t>rcvpkt</a:t>
              </a:r>
              <a:r>
                <a:rPr kumimoji="1" lang="en-US" altLang="zh-CN" sz="1200" dirty="0"/>
                <a:t>), not corrupt, seq=0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59D702-51AE-A54F-BB65-45D76F24102D}"/>
                </a:ext>
              </a:extLst>
            </p:cNvPr>
            <p:cNvSpPr txBox="1"/>
            <p:nvPr/>
          </p:nvSpPr>
          <p:spPr>
            <a:xfrm>
              <a:off x="4412362" y="2812669"/>
              <a:ext cx="17475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deliver data; send ACK0</a:t>
              </a:r>
              <a:endParaRPr kumimoji="1" lang="zh-CN" altLang="en-US" sz="1200" dirty="0"/>
            </a:p>
          </p:txBody>
        </p:sp>
        <p:cxnSp>
          <p:nvCxnSpPr>
            <p:cNvPr id="13" name="直线箭头连接符 12">
              <a:extLst>
                <a:ext uri="{FF2B5EF4-FFF2-40B4-BE49-F238E27FC236}">
                  <a16:creationId xmlns:a16="http://schemas.microsoft.com/office/drawing/2014/main" id="{0257DACD-5E7B-4711-4A0B-4CCB3D9388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8367" y="3817749"/>
              <a:ext cx="2422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连接符 14">
              <a:extLst>
                <a:ext uri="{FF2B5EF4-FFF2-40B4-BE49-F238E27FC236}">
                  <a16:creationId xmlns:a16="http://schemas.microsoft.com/office/drawing/2014/main" id="{AF0DE90A-3125-4EE2-C731-880C5B754465}"/>
                </a:ext>
              </a:extLst>
            </p:cNvPr>
            <p:cNvCxnSpPr>
              <a:stCxn id="4" idx="0"/>
              <a:endCxn id="4" idx="2"/>
            </p:cNvCxnSpPr>
            <p:nvPr/>
          </p:nvCxnSpPr>
          <p:spPr>
            <a:xfrm rot="16200000" flipH="1" flipV="1">
              <a:off x="2592593" y="2431228"/>
              <a:ext cx="900000" cy="900000"/>
            </a:xfrm>
            <a:prstGeom prst="bentConnector4">
              <a:avLst>
                <a:gd name="adj1" fmla="val -66589"/>
                <a:gd name="adj2" fmla="val 17208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73E8769-5419-541D-667B-00D893433924}"/>
                </a:ext>
              </a:extLst>
            </p:cNvPr>
            <p:cNvSpPr txBox="1"/>
            <p:nvPr/>
          </p:nvSpPr>
          <p:spPr>
            <a:xfrm>
              <a:off x="1577011" y="1531227"/>
              <a:ext cx="2416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rdt_rcv</a:t>
              </a:r>
              <a:r>
                <a:rPr kumimoji="1" lang="en-US" altLang="zh-CN" sz="1200" dirty="0"/>
                <a:t>(</a:t>
              </a:r>
              <a:r>
                <a:rPr kumimoji="1" lang="en-US" altLang="zh-CN" sz="1200" dirty="0" err="1"/>
                <a:t>rcvpkt</a:t>
              </a:r>
              <a:r>
                <a:rPr kumimoji="1" lang="en-US" altLang="zh-CN" sz="1200" dirty="0"/>
                <a:t>), (corrupt or seq=1)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9313B6F-93F6-181C-2002-FC39441EF469}"/>
                </a:ext>
              </a:extLst>
            </p:cNvPr>
            <p:cNvSpPr txBox="1"/>
            <p:nvPr/>
          </p:nvSpPr>
          <p:spPr>
            <a:xfrm>
              <a:off x="2141988" y="1842727"/>
              <a:ext cx="901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send ACK1</a:t>
              </a:r>
              <a:endParaRPr kumimoji="1" lang="zh-CN" altLang="en-US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D116DEB-1D73-EE17-BFF8-8BA8038CAE0F}"/>
                </a:ext>
              </a:extLst>
            </p:cNvPr>
            <p:cNvSpPr txBox="1"/>
            <p:nvPr/>
          </p:nvSpPr>
          <p:spPr>
            <a:xfrm>
              <a:off x="4258512" y="3535918"/>
              <a:ext cx="24416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rdt_rcv</a:t>
              </a:r>
              <a:r>
                <a:rPr kumimoji="1" lang="en-US" altLang="zh-CN" sz="1200" dirty="0"/>
                <a:t>(</a:t>
              </a:r>
              <a:r>
                <a:rPr kumimoji="1" lang="en-US" altLang="zh-CN" sz="1200" dirty="0" err="1"/>
                <a:t>rcvpkt</a:t>
              </a:r>
              <a:r>
                <a:rPr kumimoji="1" lang="en-US" altLang="zh-CN" sz="1200" dirty="0"/>
                <a:t>), not corrupt, seq=1</a:t>
              </a:r>
              <a:endParaRPr kumimoji="1" lang="zh-CN" altLang="en-US" sz="12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81EA796-6B1A-2954-FC5A-21029180626D}"/>
                </a:ext>
              </a:extLst>
            </p:cNvPr>
            <p:cNvSpPr txBox="1"/>
            <p:nvPr/>
          </p:nvSpPr>
          <p:spPr>
            <a:xfrm>
              <a:off x="4565648" y="3786141"/>
              <a:ext cx="17475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deliver data; send ACK1</a:t>
              </a:r>
              <a:endParaRPr kumimoji="1" lang="zh-CN" altLang="en-US" sz="1200" dirty="0"/>
            </a:p>
          </p:txBody>
        </p:sp>
        <p:cxnSp>
          <p:nvCxnSpPr>
            <p:cNvPr id="28" name="肘形连接符 27">
              <a:extLst>
                <a:ext uri="{FF2B5EF4-FFF2-40B4-BE49-F238E27FC236}">
                  <a16:creationId xmlns:a16="http://schemas.microsoft.com/office/drawing/2014/main" id="{F89F1F09-2123-1302-8447-2AB57C8DD60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406941" y="3331228"/>
              <a:ext cx="900000" cy="900000"/>
            </a:xfrm>
            <a:prstGeom prst="bentConnector4">
              <a:avLst>
                <a:gd name="adj1" fmla="val -66589"/>
                <a:gd name="adj2" fmla="val 172081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60D4724-0EA6-405A-C539-33FE2EE38DF4}"/>
                </a:ext>
              </a:extLst>
            </p:cNvPr>
            <p:cNvSpPr txBox="1"/>
            <p:nvPr/>
          </p:nvSpPr>
          <p:spPr>
            <a:xfrm>
              <a:off x="7098918" y="4854229"/>
              <a:ext cx="24160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/>
                <a:t>rdt_rcv</a:t>
              </a:r>
              <a:r>
                <a:rPr kumimoji="1" lang="en-US" altLang="zh-CN" sz="1200" dirty="0"/>
                <a:t>(</a:t>
              </a:r>
              <a:r>
                <a:rPr kumimoji="1" lang="en-US" altLang="zh-CN" sz="1200" dirty="0" err="1"/>
                <a:t>rcvpkt</a:t>
              </a:r>
              <a:r>
                <a:rPr kumimoji="1" lang="en-US" altLang="zh-CN" sz="1200" dirty="0"/>
                <a:t>), (corrupt or seq=0)</a:t>
              </a:r>
              <a:endParaRPr kumimoji="1" lang="zh-CN" altLang="en-US" sz="12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96E48B4-5479-FF47-F1C0-7B87F64D95A5}"/>
                </a:ext>
              </a:extLst>
            </p:cNvPr>
            <p:cNvSpPr txBox="1"/>
            <p:nvPr/>
          </p:nvSpPr>
          <p:spPr>
            <a:xfrm>
              <a:off x="7729988" y="5121094"/>
              <a:ext cx="901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send ACK0</a:t>
              </a:r>
              <a:endParaRPr kumimoji="1"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5061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70</Words>
  <Application>Microsoft Macintosh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Zhuo</dc:creator>
  <cp:lastModifiedBy>HAN Zhuo</cp:lastModifiedBy>
  <cp:revision>4</cp:revision>
  <dcterms:created xsi:type="dcterms:W3CDTF">2025-11-30T15:02:58Z</dcterms:created>
  <dcterms:modified xsi:type="dcterms:W3CDTF">2025-11-30T15:14:21Z</dcterms:modified>
</cp:coreProperties>
</file>