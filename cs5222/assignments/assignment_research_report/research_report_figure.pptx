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8712200" cy="1457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98"/>
  </p:normalViewPr>
  <p:slideViewPr>
    <p:cSldViewPr snapToGrid="0">
      <p:cViewPr varScale="1">
        <p:scale>
          <a:sx n="146" d="100"/>
          <a:sy n="146" d="100"/>
        </p:scale>
        <p:origin x="152" y="2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9025" y="238502"/>
            <a:ext cx="6534150" cy="507365"/>
          </a:xfrm>
        </p:spPr>
        <p:txBody>
          <a:bodyPr anchor="b"/>
          <a:lstStyle>
            <a:lvl1pPr algn="ctr">
              <a:defRPr sz="12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9025" y="765433"/>
            <a:ext cx="6534150" cy="351849"/>
          </a:xfrm>
        </p:spPr>
        <p:txBody>
          <a:bodyPr/>
          <a:lstStyle>
            <a:lvl1pPr marL="0" indent="0" algn="ctr">
              <a:buNone/>
              <a:defRPr sz="510"/>
            </a:lvl1pPr>
            <a:lvl2pPr marL="97155" indent="0" algn="ctr">
              <a:buNone/>
              <a:defRPr sz="425"/>
            </a:lvl2pPr>
            <a:lvl3pPr marL="194310" indent="0" algn="ctr">
              <a:buNone/>
              <a:defRPr sz="383"/>
            </a:lvl3pPr>
            <a:lvl4pPr marL="291465" indent="0" algn="ctr">
              <a:buNone/>
              <a:defRPr sz="340"/>
            </a:lvl4pPr>
            <a:lvl5pPr marL="388620" indent="0" algn="ctr">
              <a:buNone/>
              <a:defRPr sz="340"/>
            </a:lvl5pPr>
            <a:lvl6pPr marL="485775" indent="0" algn="ctr">
              <a:buNone/>
              <a:defRPr sz="340"/>
            </a:lvl6pPr>
            <a:lvl7pPr marL="582930" indent="0" algn="ctr">
              <a:buNone/>
              <a:defRPr sz="340"/>
            </a:lvl7pPr>
            <a:lvl8pPr marL="680085" indent="0" algn="ctr">
              <a:buNone/>
              <a:defRPr sz="340"/>
            </a:lvl8pPr>
            <a:lvl9pPr marL="777240" indent="0" algn="ctr">
              <a:buNone/>
              <a:defRPr sz="3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978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166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426" y="363319"/>
            <a:ext cx="7514273" cy="606207"/>
          </a:xfrm>
        </p:spPr>
        <p:txBody>
          <a:bodyPr anchor="b"/>
          <a:lstStyle>
            <a:lvl1pPr>
              <a:defRPr sz="12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426" y="975261"/>
            <a:ext cx="7514273" cy="318790"/>
          </a:xfrm>
        </p:spPr>
        <p:txBody>
          <a:bodyPr/>
          <a:lstStyle>
            <a:lvl1pPr marL="0" indent="0">
              <a:buNone/>
              <a:defRPr sz="510">
                <a:solidFill>
                  <a:schemeClr val="tx1">
                    <a:tint val="82000"/>
                  </a:schemeClr>
                </a:solidFill>
              </a:defRPr>
            </a:lvl1pPr>
            <a:lvl2pPr marL="97155" indent="0">
              <a:buNone/>
              <a:defRPr sz="425">
                <a:solidFill>
                  <a:schemeClr val="tx1">
                    <a:tint val="82000"/>
                  </a:schemeClr>
                </a:solidFill>
              </a:defRPr>
            </a:lvl2pPr>
            <a:lvl3pPr marL="194310" indent="0">
              <a:buNone/>
              <a:defRPr sz="383">
                <a:solidFill>
                  <a:schemeClr val="tx1">
                    <a:tint val="82000"/>
                  </a:schemeClr>
                </a:solidFill>
              </a:defRPr>
            </a:lvl3pPr>
            <a:lvl4pPr marL="291465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4pPr>
            <a:lvl5pPr marL="388620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5pPr>
            <a:lvl6pPr marL="485775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6pPr>
            <a:lvl7pPr marL="582930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7pPr>
            <a:lvl8pPr marL="680085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8pPr>
            <a:lvl9pPr marL="777240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223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8964" y="387945"/>
            <a:ext cx="3702685" cy="9246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551" y="387945"/>
            <a:ext cx="3702685" cy="9246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4870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98" y="77589"/>
            <a:ext cx="7514273" cy="2816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0099" y="357247"/>
            <a:ext cx="3685669" cy="175081"/>
          </a:xfrm>
        </p:spPr>
        <p:txBody>
          <a:bodyPr anchor="b"/>
          <a:lstStyle>
            <a:lvl1pPr marL="0" indent="0">
              <a:buNone/>
              <a:defRPr sz="510" b="1"/>
            </a:lvl1pPr>
            <a:lvl2pPr marL="97155" indent="0">
              <a:buNone/>
              <a:defRPr sz="425" b="1"/>
            </a:lvl2pPr>
            <a:lvl3pPr marL="194310" indent="0">
              <a:buNone/>
              <a:defRPr sz="383" b="1"/>
            </a:lvl3pPr>
            <a:lvl4pPr marL="291465" indent="0">
              <a:buNone/>
              <a:defRPr sz="340" b="1"/>
            </a:lvl4pPr>
            <a:lvl5pPr marL="388620" indent="0">
              <a:buNone/>
              <a:defRPr sz="340" b="1"/>
            </a:lvl5pPr>
            <a:lvl6pPr marL="485775" indent="0">
              <a:buNone/>
              <a:defRPr sz="340" b="1"/>
            </a:lvl6pPr>
            <a:lvl7pPr marL="582930" indent="0">
              <a:buNone/>
              <a:defRPr sz="340" b="1"/>
            </a:lvl7pPr>
            <a:lvl8pPr marL="680085" indent="0">
              <a:buNone/>
              <a:defRPr sz="340" b="1"/>
            </a:lvl8pPr>
            <a:lvl9pPr marL="777240" indent="0">
              <a:buNone/>
              <a:defRPr sz="3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0099" y="532328"/>
            <a:ext cx="3685669" cy="782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0551" y="357247"/>
            <a:ext cx="3703820" cy="175081"/>
          </a:xfrm>
        </p:spPr>
        <p:txBody>
          <a:bodyPr anchor="b"/>
          <a:lstStyle>
            <a:lvl1pPr marL="0" indent="0">
              <a:buNone/>
              <a:defRPr sz="510" b="1"/>
            </a:lvl1pPr>
            <a:lvl2pPr marL="97155" indent="0">
              <a:buNone/>
              <a:defRPr sz="425" b="1"/>
            </a:lvl2pPr>
            <a:lvl3pPr marL="194310" indent="0">
              <a:buNone/>
              <a:defRPr sz="383" b="1"/>
            </a:lvl3pPr>
            <a:lvl4pPr marL="291465" indent="0">
              <a:buNone/>
              <a:defRPr sz="340" b="1"/>
            </a:lvl4pPr>
            <a:lvl5pPr marL="388620" indent="0">
              <a:buNone/>
              <a:defRPr sz="340" b="1"/>
            </a:lvl5pPr>
            <a:lvl6pPr marL="485775" indent="0">
              <a:buNone/>
              <a:defRPr sz="340" b="1"/>
            </a:lvl6pPr>
            <a:lvl7pPr marL="582930" indent="0">
              <a:buNone/>
              <a:defRPr sz="340" b="1"/>
            </a:lvl7pPr>
            <a:lvl8pPr marL="680085" indent="0">
              <a:buNone/>
              <a:defRPr sz="340" b="1"/>
            </a:lvl8pPr>
            <a:lvl9pPr marL="777240" indent="0">
              <a:buNone/>
              <a:defRPr sz="3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0551" y="532328"/>
            <a:ext cx="3703820" cy="782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155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29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493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99" y="97155"/>
            <a:ext cx="2809911" cy="340043"/>
          </a:xfrm>
        </p:spPr>
        <p:txBody>
          <a:bodyPr anchor="b"/>
          <a:lstStyle>
            <a:lvl1pPr>
              <a:defRPr sz="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3820" y="209828"/>
            <a:ext cx="4410551" cy="1035645"/>
          </a:xfrm>
        </p:spPr>
        <p:txBody>
          <a:bodyPr/>
          <a:lstStyle>
            <a:lvl1pPr>
              <a:defRPr sz="680"/>
            </a:lvl1pPr>
            <a:lvl2pPr>
              <a:defRPr sz="595"/>
            </a:lvl2pPr>
            <a:lvl3pPr>
              <a:defRPr sz="510"/>
            </a:lvl3pPr>
            <a:lvl4pPr>
              <a:defRPr sz="425"/>
            </a:lvl4pPr>
            <a:lvl5pPr>
              <a:defRPr sz="425"/>
            </a:lvl5pPr>
            <a:lvl6pPr>
              <a:defRPr sz="425"/>
            </a:lvl6pPr>
            <a:lvl7pPr>
              <a:defRPr sz="425"/>
            </a:lvl7pPr>
            <a:lvl8pPr>
              <a:defRPr sz="425"/>
            </a:lvl8pPr>
            <a:lvl9pPr>
              <a:defRPr sz="4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0099" y="437198"/>
            <a:ext cx="2809911" cy="809962"/>
          </a:xfrm>
        </p:spPr>
        <p:txBody>
          <a:bodyPr/>
          <a:lstStyle>
            <a:lvl1pPr marL="0" indent="0">
              <a:buNone/>
              <a:defRPr sz="340"/>
            </a:lvl1pPr>
            <a:lvl2pPr marL="97155" indent="0">
              <a:buNone/>
              <a:defRPr sz="298"/>
            </a:lvl2pPr>
            <a:lvl3pPr marL="194310" indent="0">
              <a:buNone/>
              <a:defRPr sz="255"/>
            </a:lvl3pPr>
            <a:lvl4pPr marL="291465" indent="0">
              <a:buNone/>
              <a:defRPr sz="213"/>
            </a:lvl4pPr>
            <a:lvl5pPr marL="388620" indent="0">
              <a:buNone/>
              <a:defRPr sz="213"/>
            </a:lvl5pPr>
            <a:lvl6pPr marL="485775" indent="0">
              <a:buNone/>
              <a:defRPr sz="213"/>
            </a:lvl6pPr>
            <a:lvl7pPr marL="582930" indent="0">
              <a:buNone/>
              <a:defRPr sz="213"/>
            </a:lvl7pPr>
            <a:lvl8pPr marL="680085" indent="0">
              <a:buNone/>
              <a:defRPr sz="213"/>
            </a:lvl8pPr>
            <a:lvl9pPr marL="777240" indent="0">
              <a:buNone/>
              <a:defRPr sz="21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0256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99" y="97155"/>
            <a:ext cx="2809911" cy="340043"/>
          </a:xfrm>
        </p:spPr>
        <p:txBody>
          <a:bodyPr anchor="b"/>
          <a:lstStyle>
            <a:lvl1pPr>
              <a:defRPr sz="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03820" y="209828"/>
            <a:ext cx="4410551" cy="1035645"/>
          </a:xfrm>
        </p:spPr>
        <p:txBody>
          <a:bodyPr anchor="t"/>
          <a:lstStyle>
            <a:lvl1pPr marL="0" indent="0">
              <a:buNone/>
              <a:defRPr sz="680"/>
            </a:lvl1pPr>
            <a:lvl2pPr marL="97155" indent="0">
              <a:buNone/>
              <a:defRPr sz="595"/>
            </a:lvl2pPr>
            <a:lvl3pPr marL="194310" indent="0">
              <a:buNone/>
              <a:defRPr sz="510"/>
            </a:lvl3pPr>
            <a:lvl4pPr marL="291465" indent="0">
              <a:buNone/>
              <a:defRPr sz="425"/>
            </a:lvl4pPr>
            <a:lvl5pPr marL="388620" indent="0">
              <a:buNone/>
              <a:defRPr sz="425"/>
            </a:lvl5pPr>
            <a:lvl6pPr marL="485775" indent="0">
              <a:buNone/>
              <a:defRPr sz="425"/>
            </a:lvl6pPr>
            <a:lvl7pPr marL="582930" indent="0">
              <a:buNone/>
              <a:defRPr sz="425"/>
            </a:lvl7pPr>
            <a:lvl8pPr marL="680085" indent="0">
              <a:buNone/>
              <a:defRPr sz="425"/>
            </a:lvl8pPr>
            <a:lvl9pPr marL="777240" indent="0">
              <a:buNone/>
              <a:defRPr sz="4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0099" y="437198"/>
            <a:ext cx="2809911" cy="809962"/>
          </a:xfrm>
        </p:spPr>
        <p:txBody>
          <a:bodyPr/>
          <a:lstStyle>
            <a:lvl1pPr marL="0" indent="0">
              <a:buNone/>
              <a:defRPr sz="340"/>
            </a:lvl1pPr>
            <a:lvl2pPr marL="97155" indent="0">
              <a:buNone/>
              <a:defRPr sz="298"/>
            </a:lvl2pPr>
            <a:lvl3pPr marL="194310" indent="0">
              <a:buNone/>
              <a:defRPr sz="255"/>
            </a:lvl3pPr>
            <a:lvl4pPr marL="291465" indent="0">
              <a:buNone/>
              <a:defRPr sz="213"/>
            </a:lvl4pPr>
            <a:lvl5pPr marL="388620" indent="0">
              <a:buNone/>
              <a:defRPr sz="213"/>
            </a:lvl5pPr>
            <a:lvl6pPr marL="485775" indent="0">
              <a:buNone/>
              <a:defRPr sz="213"/>
            </a:lvl6pPr>
            <a:lvl7pPr marL="582930" indent="0">
              <a:buNone/>
              <a:defRPr sz="213"/>
            </a:lvl7pPr>
            <a:lvl8pPr marL="680085" indent="0">
              <a:buNone/>
              <a:defRPr sz="213"/>
            </a:lvl8pPr>
            <a:lvl9pPr marL="777240" indent="0">
              <a:buNone/>
              <a:defRPr sz="21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081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506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34668" y="77589"/>
            <a:ext cx="1878568" cy="12350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8964" y="77589"/>
            <a:ext cx="5526802" cy="12350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849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8964" y="77589"/>
            <a:ext cx="7514273" cy="281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964" y="387945"/>
            <a:ext cx="7514273" cy="924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8964" y="1350725"/>
            <a:ext cx="1960245" cy="77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957A4-3A1F-7E42-9E0C-297D7AA3861C}" type="datetimeFigureOut">
              <a:rPr kumimoji="1" lang="zh-CN" altLang="en-US" smtClean="0"/>
              <a:t>2025/11/21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85916" y="1350725"/>
            <a:ext cx="2940368" cy="77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52991" y="1350725"/>
            <a:ext cx="1960245" cy="77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072A7-FA8C-C34C-9519-85F72C3B93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81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94310" rtl="0" eaLnBrk="1" latinLnBrk="0" hangingPunct="1">
        <a:lnSpc>
          <a:spcPct val="90000"/>
        </a:lnSpc>
        <a:spcBef>
          <a:spcPct val="0"/>
        </a:spcBef>
        <a:buNone/>
        <a:defRPr sz="9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578" indent="-48578" algn="l" defTabSz="194310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595" kern="1200">
          <a:solidFill>
            <a:schemeClr val="tx1"/>
          </a:solidFill>
          <a:latin typeface="+mn-lt"/>
          <a:ea typeface="+mn-ea"/>
          <a:cs typeface="+mn-cs"/>
        </a:defRPr>
      </a:lvl1pPr>
      <a:lvl2pPr marL="145733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510" kern="1200">
          <a:solidFill>
            <a:schemeClr val="tx1"/>
          </a:solidFill>
          <a:latin typeface="+mn-lt"/>
          <a:ea typeface="+mn-ea"/>
          <a:cs typeface="+mn-cs"/>
        </a:defRPr>
      </a:lvl2pPr>
      <a:lvl3pPr marL="242888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40043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4pPr>
      <a:lvl5pPr marL="437198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5pPr>
      <a:lvl6pPr marL="534353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6pPr>
      <a:lvl7pPr marL="631508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7pPr>
      <a:lvl8pPr marL="728663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8pPr>
      <a:lvl9pPr marL="825818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1pPr>
      <a:lvl2pPr marL="97155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2pPr>
      <a:lvl3pPr marL="194310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3pPr>
      <a:lvl4pPr marL="291465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4pPr>
      <a:lvl5pPr marL="388620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5pPr>
      <a:lvl6pPr marL="485775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6pPr>
      <a:lvl7pPr marL="582930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7pPr>
      <a:lvl8pPr marL="680085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D1E865A9-2A36-7F3B-8F94-DE49874309FC}"/>
              </a:ext>
            </a:extLst>
          </p:cNvPr>
          <p:cNvGrpSpPr/>
          <p:nvPr/>
        </p:nvGrpSpPr>
        <p:grpSpPr>
          <a:xfrm>
            <a:off x="-69328" y="0"/>
            <a:ext cx="8850855" cy="1302268"/>
            <a:chOff x="-192858" y="2514600"/>
            <a:chExt cx="8850855" cy="1302268"/>
          </a:xfrm>
        </p:grpSpPr>
        <p:pic>
          <p:nvPicPr>
            <p:cNvPr id="6" name="图形 5" descr="浏览器窗口 纯色填充">
              <a:extLst>
                <a:ext uri="{FF2B5EF4-FFF2-40B4-BE49-F238E27FC236}">
                  <a16:creationId xmlns:a16="http://schemas.microsoft.com/office/drawing/2014/main" id="{EFB26B04-2CDB-EB41-A8DD-CEDC6CB3F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60981" y="2514600"/>
              <a:ext cx="914400" cy="914400"/>
            </a:xfrm>
            <a:prstGeom prst="rect">
              <a:avLst/>
            </a:prstGeom>
          </p:spPr>
        </p:pic>
        <p:pic>
          <p:nvPicPr>
            <p:cNvPr id="8" name="图形 7" descr="数据库 纯色填充">
              <a:extLst>
                <a:ext uri="{FF2B5EF4-FFF2-40B4-BE49-F238E27FC236}">
                  <a16:creationId xmlns:a16="http://schemas.microsoft.com/office/drawing/2014/main" id="{93C5A389-9CBA-3C4D-6888-379C29F41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61874" y="2514600"/>
              <a:ext cx="914400" cy="914400"/>
            </a:xfrm>
            <a:prstGeom prst="rect">
              <a:avLst/>
            </a:prstGeom>
          </p:spPr>
        </p:pic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0A508AA6-7AD6-EA19-795D-C9F82E884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39506" y="2717800"/>
              <a:ext cx="2273300" cy="508000"/>
            </a:xfrm>
            <a:prstGeom prst="rect">
              <a:avLst/>
            </a:prstGeom>
          </p:spPr>
        </p:pic>
        <p:pic>
          <p:nvPicPr>
            <p:cNvPr id="14" name="图形 13" descr="文档 纯色填充">
              <a:extLst>
                <a:ext uri="{FF2B5EF4-FFF2-40B4-BE49-F238E27FC236}">
                  <a16:creationId xmlns:a16="http://schemas.microsoft.com/office/drawing/2014/main" id="{26280B49-E520-A374-E709-2113D4517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79096" y="2514600"/>
              <a:ext cx="914400" cy="914400"/>
            </a:xfrm>
            <a:prstGeom prst="rect">
              <a:avLst/>
            </a:prstGeom>
          </p:spPr>
        </p:pic>
        <p:pic>
          <p:nvPicPr>
            <p:cNvPr id="16" name="图形 15" descr="便携式计算机 纯色填充">
              <a:extLst>
                <a:ext uri="{FF2B5EF4-FFF2-40B4-BE49-F238E27FC236}">
                  <a16:creationId xmlns:a16="http://schemas.microsoft.com/office/drawing/2014/main" id="{6B1FB663-A192-8F9A-D11F-B1FC8AA20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500124" y="2514600"/>
              <a:ext cx="914400" cy="914400"/>
            </a:xfrm>
            <a:prstGeom prst="rect">
              <a:avLst/>
            </a:prstGeom>
          </p:spPr>
        </p:pic>
        <p:cxnSp>
          <p:nvCxnSpPr>
            <p:cNvPr id="18" name="直线箭头连接符 17">
              <a:extLst>
                <a:ext uri="{FF2B5EF4-FFF2-40B4-BE49-F238E27FC236}">
                  <a16:creationId xmlns:a16="http://schemas.microsoft.com/office/drawing/2014/main" id="{70663731-D4CC-2091-937C-ED19B34C0DA9}"/>
                </a:ext>
              </a:extLst>
            </p:cNvPr>
            <p:cNvCxnSpPr>
              <a:cxnSpLocks/>
            </p:cNvCxnSpPr>
            <p:nvPr/>
          </p:nvCxnSpPr>
          <p:spPr>
            <a:xfrm>
              <a:off x="753420" y="2971800"/>
              <a:ext cx="70845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箭头连接符 18">
              <a:extLst>
                <a:ext uri="{FF2B5EF4-FFF2-40B4-BE49-F238E27FC236}">
                  <a16:creationId xmlns:a16="http://schemas.microsoft.com/office/drawing/2014/main" id="{A01A262D-54E3-DB05-4998-23DBBF7EEB2B}"/>
                </a:ext>
              </a:extLst>
            </p:cNvPr>
            <p:cNvCxnSpPr>
              <a:cxnSpLocks/>
            </p:cNvCxnSpPr>
            <p:nvPr/>
          </p:nvCxnSpPr>
          <p:spPr>
            <a:xfrm>
              <a:off x="2265063" y="2990335"/>
              <a:ext cx="66323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0382CC32-8427-7E4F-4FA7-34042C0ECD37}"/>
                </a:ext>
              </a:extLst>
            </p:cNvPr>
            <p:cNvCxnSpPr>
              <a:cxnSpLocks/>
              <a:stCxn id="12" idx="3"/>
              <a:endCxn id="14" idx="1"/>
            </p:cNvCxnSpPr>
            <p:nvPr/>
          </p:nvCxnSpPr>
          <p:spPr>
            <a:xfrm>
              <a:off x="5312806" y="2971800"/>
              <a:ext cx="76629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42F2F1FC-750D-5DD6-36B4-F8240A1326D8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6993496" y="2971800"/>
              <a:ext cx="50662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CF7EFFE-0855-628C-A36D-1A7B1DC23DFE}"/>
                </a:ext>
              </a:extLst>
            </p:cNvPr>
            <p:cNvSpPr txBox="1"/>
            <p:nvPr/>
          </p:nvSpPr>
          <p:spPr>
            <a:xfrm>
              <a:off x="-192858" y="3429000"/>
              <a:ext cx="9986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Browser</a:t>
              </a:r>
              <a:endParaRPr kumimoji="1"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5816369-A13D-50D5-3518-A262F3509645}"/>
                </a:ext>
              </a:extLst>
            </p:cNvPr>
            <p:cNvSpPr txBox="1"/>
            <p:nvPr/>
          </p:nvSpPr>
          <p:spPr>
            <a:xfrm>
              <a:off x="1122221" y="3447536"/>
              <a:ext cx="16371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Local Resolver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8237DE0-5AD8-401A-D5EE-1BAF6A4D52F6}"/>
                </a:ext>
              </a:extLst>
            </p:cNvPr>
            <p:cNvSpPr txBox="1"/>
            <p:nvPr/>
          </p:nvSpPr>
          <p:spPr>
            <a:xfrm>
              <a:off x="3482218" y="3422822"/>
              <a:ext cx="1734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Cloudflare DNS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104862A-81B4-D7EA-2874-708CE25DC219}"/>
                </a:ext>
              </a:extLst>
            </p:cNvPr>
            <p:cNvSpPr txBox="1"/>
            <p:nvPr/>
          </p:nvSpPr>
          <p:spPr>
            <a:xfrm>
              <a:off x="5935811" y="3422822"/>
              <a:ext cx="12173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Anycast IP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8070193E-772B-C81B-A32C-3A0ACB071BA2}"/>
                </a:ext>
              </a:extLst>
            </p:cNvPr>
            <p:cNvSpPr txBox="1"/>
            <p:nvPr/>
          </p:nvSpPr>
          <p:spPr>
            <a:xfrm>
              <a:off x="7256651" y="3447536"/>
              <a:ext cx="1401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Nearest </a:t>
              </a:r>
              <a:r>
                <a:rPr kumimoji="1" lang="en-US" altLang="zh-CN" dirty="0" err="1"/>
                <a:t>PoP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98496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9</Words>
  <Application>Microsoft Macintosh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 Zhuo</dc:creator>
  <cp:lastModifiedBy>HAN Zhuo</cp:lastModifiedBy>
  <cp:revision>4</cp:revision>
  <dcterms:created xsi:type="dcterms:W3CDTF">2025-11-21T12:17:17Z</dcterms:created>
  <dcterms:modified xsi:type="dcterms:W3CDTF">2025-11-21T12:29:43Z</dcterms:modified>
</cp:coreProperties>
</file>